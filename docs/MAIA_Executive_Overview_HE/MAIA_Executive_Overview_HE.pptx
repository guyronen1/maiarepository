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41148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24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7680960" cy="0"/>
          </a:xfrm>
          <a:prstGeom prst="line">
            <a:avLst/>
          </a:prstGeom>
          <a:noFill/>
          <a:ln w="3175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3B9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ניטור חכם ותיקון אוטומטי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סקירה למנהלים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גרסה 2.1 · מאי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סודי — לשימוש פנימי בלבד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?MAIA מה זה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(עוזר ניטור ואוטומציה חכמה) היא פלטפורמת אוטומציה חכמה מבוססת כללים, שמנטרת את צינורות הנתונים שלכם 24/7, מזהה תקלות מיידית, מסווגת אותן אוטומטית, ומתקנת בעיות ידועות ללא התערבות אנושית — או מכוונת את המפעיל בדיוק מה לעשות.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920240" cy="20116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זיהוי מהיר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שניות במקום שעות של סריקת לוגים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2103120"/>
            <a:ext cx="1920240" cy="2011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3317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פחות עבודה ידנית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9748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תיקון אוטומטי מבטל אישורים חוזרים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2103120"/>
            <a:ext cx="1920240" cy="2011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3317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מעקב מלא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0060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פעולה מתועדת באופן בלתי ניתן לשינוי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766560" y="2103120"/>
            <a:ext cx="1920240" cy="20116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33172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תצורה עצמאית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0372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צורך בגישה למסד נתונים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1" name="Text 15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סקירה למנהלים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עובד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מנטרת את הצינורות שלכם, מבינה מה השתבש, ומתקנת אוטומטית או מנחה את המפעיל בדיוק מה לעשות.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234440" cy="164592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הצינורות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שלכם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DTSX / EXE / Services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91640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56232" y="1645920"/>
            <a:ext cx="1234440" cy="16459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8288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56232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סריקה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וזיהוי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856232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קבצים · DB · API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090672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55264" y="1645920"/>
            <a:ext cx="123444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8288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55264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שגיאה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255264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התאמת דפוסים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489704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54296" y="1645920"/>
            <a:ext cx="1234440" cy="1645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8288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54296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המלצת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תיקון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654296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קטלוג מדיניות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888736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53328" y="1645920"/>
            <a:ext cx="1234440" cy="16459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82880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53328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תיקון אוטומטי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 אישור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053328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מפעיל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7287768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452360" y="1645920"/>
            <a:ext cx="1234440" cy="164592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182880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5236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ביקורת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45236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יומן בלתי ניתן לשינוי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שלב מבוסס כללים ודטרמיניסטי — ניתן לביקורת מלאה, עובד ללא חיבור לאינטרנט, וצפוי.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35" name="Text 27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סקירה למנהלים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יכולות הפלטפורמה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97480" y="10058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0972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ניטור ממקורות מרובים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סריקת קבצי לוג, טבלאות מסד נתונים ונקודות קצה של API. סימני מים מונעים עיבוד חוזר.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532120" y="1005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097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חכם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9184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כללי התאמת דפוסים מסווגים כל תקלה לפי סוג שגיאה. לפי עדיפות, עם דריסות לכל עבודה.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366760" y="10058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ביצוע תיקון אוטומטי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12648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מדיניות תיקון מוגדרת לכל סוג שגיאה: קריאות HTTP, פרוצדורות, סקריפטים או ניתוב ידני.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697480" y="2971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0632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תיקון עצמי (Auto-Heal)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3337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בעיות ידועות נפתרות אוטומטית ללא התערבות מפעיל. כל תיקון מתועד ביומן הביקורת.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532120" y="29718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0632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9184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בקרה למפעיל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291840" y="3337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 ווב מודרני לבדיקת תקלות, אישור תיקונים וניהול הגדרות — ללא גישה למסד נתונים.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8366760" y="2971800"/>
            <a:ext cx="457200" cy="457200"/>
          </a:xfrm>
          <a:prstGeom prst="ellipse">
            <a:avLst/>
          </a:prstGeom>
          <a:solidFill>
            <a:srgbClr val="1C2B3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06324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2648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 ביקורת מלא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126480" y="3337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יומן ביקורת בלתי ניתן לשינוי מתעד כל זיהוי, סיווג, ביצוע תיקון והחלטת מפעיל.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8" name="Text 20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סקירה למנהלים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חוויית המפעיל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משמרת מפעיל טיפוסית לוקחת 5 דקות של סקירה במקום שעות של חקירת לוגים.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לוח בקרה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 KPI מציגים תקלות פעילות במבט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7145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463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סקירת תקלה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שגיאה, מקור והודעה גולמית במסך אחד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7145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463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9476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בהמלצה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הצעת תיקון עם ציון ביטחון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17145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6304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3212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אישור או הפעלה אוטומטית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לחיצה אחת לתיקון כעת, או הפעלת Auto-Heal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17145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146304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6948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אישור פתרון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הסטטוס מתעדכן, מסלול הביקורת מתועד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מסכים מרכזיים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בקרה — כרטיסי KPI וסקירת תקלות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פרטי תקלה — הקשר שגיאה והמלצות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המלצות — סקירה מרוכזת עם מתגי Auto-Heal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— ניהול עבודות, כללים ומדיניות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יומן ביקורת — היסטוריה בלתי ניתנת לשינוי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סקירה למנהלים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השפעה עסקית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עם MAIA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ניטור אוטומטי רציף 24/7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תקלות מזוהות ומסווגות בשניות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2322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בעיות ידועות נפתרות אוטומטית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27066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כל פעולה מתועדת ביומן בלתי ניתן לשינוי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3090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לוח בקרה בזמן אמת עם סטטוס במבט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3474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ידע מקודד בכללים מוגדרים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MAIA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סריקת לוגים ידנית כל בוקר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שעות לזיהוי שורש הבעיה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322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אותם תיקונים חוזרים יום-יום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היסטוריית תיקונים בגיליון אלקטרוני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90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אין נראות לתקלות לילה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תלות בידע של מפעיל בודד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פחות זמן סקירה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ידנית של לוגים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7889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ניטור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רציף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463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כיסוי מסלול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ביקורת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5&gt; דק'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037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 סקירת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משמרת מפעיל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סקירה למנהלים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 דרכים — הדור הנוכחי והבא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היום — v2.1 (בנוי ופעיל)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מנוע סיווג מבוסס כללים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שלוש אסטרטגיות סריקה (קובץ, DB, API)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2194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ביצוע תיקון אוטומטי (4 סוגי מבצעים)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2514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תיקון עצמי עם מדיניות מוגדרת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לוח מפעיל מלא וממשק הגדרות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3154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יומן ביקורת בלתי ניתן לשינוי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3474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עובד מרובה מופעים (מתואם ליסינג)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היסטוריית סריקות וניהול שמירה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הדור הבא — מתוכנן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בעזרת LLM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שגיאות חדשות שלא תואמות כללים קיימים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הצעות תיקון דינמיות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שפה מייצר מועמדים לתיקון לבדיקה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זיהוי אנומליות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זיהוי מבוסס ML מעבר לכללי סף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בקרת גישה מבוססת תפקידים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הרשאות מפעיל, מנהל וביקורת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26060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הארכיטקטורה מעוצבת להרחבת LLM/ML — IClassificationStrategy, IFixCatalogue ו-IScanStrategy הם נקודות ההזרקה הטבעיות.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סקירה למנהלים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MAIA פעילה היום — כל היכולות המרכזיות בנויות ומותקנות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אוטומציה מבוססת כללים: צפויה, ניתנת לביקורת, עובדת אופליין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מנטרת כל סוג עבודה — DTSX, EXE, שירותים ועוד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תיקון עצמי מבטל עבודה ידנית חוזרת לבעיות ידועות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מסלול ביקורת מלא עונה על דרישות ציות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הארכיטקטורה מוכנה לשדרוג LLM/ML כשיגיע הזמן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680960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3B9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עוזר ניטור ואוטומציה חכמה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גרסה 2.1 · מאי 2026  |  סודי — לשימוש פנימי בלבד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MAIA — סקירה למנהלים</dc:title>
  <dc:subject>PptxGenJS Presentation</dc:subject>
  <dc:creator>MAIA Engineering</dc:creator>
  <cp:lastModifiedBy>MAIA Engineering</cp:lastModifiedBy>
  <cp:revision>1</cp:revision>
  <dcterms:created xsi:type="dcterms:W3CDTF">2026-05-26T20:42:33Z</dcterms:created>
  <dcterms:modified xsi:type="dcterms:W3CDTF">2026-05-26T20:42:33Z</dcterms:modified>
</cp:coreProperties>
</file>