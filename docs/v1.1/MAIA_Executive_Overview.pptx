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411480"/>
          </a:xfrm>
          <a:prstGeom prst="rect">
            <a:avLst/>
          </a:prstGeom>
          <a:solidFill>
            <a:srgbClr val="1B5E5E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24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7680960" cy="0"/>
          </a:xfrm>
          <a:prstGeom prst="line">
            <a:avLst/>
          </a:prstGeom>
          <a:noFill/>
          <a:ln w="3175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9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Monitoring &amp; Auto-Healing Platform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2.1 · May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1A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MAIA?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</a:t>
            </a:r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(Monitoring Assistant &amp; Intelligent Automation)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rule-based intelligent automation platform that monitors your data pipelines 24/7, detects failures instantly, classifies them automatically, and either fixes them without human intervention or tells your operators exactly what to 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920240" cy="2011680"/>
          </a:xfrm>
          <a:prstGeom prst="rect">
            <a:avLst>
              <a:gd name="adj" fmla="val 381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317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Detection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vs. hours of manual log review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560320" y="2103120"/>
            <a:ext cx="1920240" cy="2011680"/>
          </a:xfrm>
          <a:prstGeom prst="rect">
            <a:avLst>
              <a:gd name="adj" fmla="val 381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3317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6032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Work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9748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 rules eliminate repetitive approvals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63440" y="2103120"/>
            <a:ext cx="1920240" cy="2011680"/>
          </a:xfrm>
          <a:prstGeom prst="rect">
            <a:avLst>
              <a:gd name="adj" fmla="val 381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3317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6344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0060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recorded immutably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766560" y="2103120"/>
            <a:ext cx="1920240" cy="2011680"/>
          </a:xfrm>
          <a:prstGeom prst="rect">
            <a:avLst>
              <a:gd name="adj" fmla="val 3810"/>
            </a:avLst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33172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Config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90372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access needed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21" name="Text 15"/>
          <p:cNvSpPr/>
          <p:nvPr/>
        </p:nvSpPr>
        <p:spPr>
          <a:xfrm>
            <a:off x="27432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watches your pipelines, understands what went wrong, and either fixes it automatically or tells your operator exactly what to do.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234440" cy="1645920"/>
          </a:xfrm>
          <a:prstGeom prst="rect">
            <a:avLst/>
          </a:prstGeom>
          <a:solidFill>
            <a:srgbClr val="47556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DTSX / EXE / Services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691640" y="246888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56232" y="1645920"/>
            <a:ext cx="1234440" cy="16459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18288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56232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856232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· DB · API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090672" y="246888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55264" y="1645920"/>
            <a:ext cx="1234440" cy="16459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18288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255264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3255264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4489704" y="246888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654296" y="1645920"/>
            <a:ext cx="1234440" cy="16459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82880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54296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654296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catalogue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5888736" y="246888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53328" y="1645920"/>
            <a:ext cx="1234440" cy="164592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182880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053328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Approve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053328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7287768" y="2468880"/>
            <a:ext cx="164592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452360" y="1645920"/>
            <a:ext cx="1234440" cy="1645920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182880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452360" y="22860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7452360" y="283464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rule-based and deterministic — fully auditable, offline-capable, and predictable.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35" name="Text 27"/>
          <p:cNvSpPr/>
          <p:nvPr/>
        </p:nvSpPr>
        <p:spPr>
          <a:xfrm>
            <a:off x="27432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Monitoring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log files, database tables, and API endpoints. Byte-offset and row-level watermarks prevent re-processing.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91840" y="1005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0972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8620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Classification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88620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Pattern-matching rules classify every failure by error type. Priority-ordered, per-job overrides, wildcard support.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126480" y="100584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20840" y="1005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Fix Execution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720840" y="13716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fix policies per error type: HTTP calls, stored procedures, SQL scripts, or manual routing.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6324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Auto-Heal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51560" y="3337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 resolve automatically without operator intervention. Every auto-heal is logged to the audit trail.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3291840" y="297180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06324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88620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3886200" y="3337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web UI for reviewing failures, approving fixes, and managing configuration — no database access required.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6126480" y="2971800"/>
            <a:ext cx="457200" cy="457200"/>
          </a:xfrm>
          <a:prstGeom prst="ellipse">
            <a:avLst/>
          </a:prstGeom>
          <a:solidFill>
            <a:srgbClr val="1C2B3A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06324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20840" y="29718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Trail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720840" y="33375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AuditLog records every detection, classification, fix execution, and operator decision.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28" name="Text 20"/>
          <p:cNvSpPr/>
          <p:nvPr/>
        </p:nvSpPr>
        <p:spPr>
          <a:xfrm>
            <a:off x="27432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Experience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operator shift takes 5 minutes of review instead of hours of log investigation.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Dashboard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24231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show active failures at a glance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0" y="17145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4630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5740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Failure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24231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type, source, and raw message in one screen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66160" y="17145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4630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9476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Recommendation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24231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fix suggestion with confidence score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0" y="17145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6304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3212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Auto-Heal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32120" y="24231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to fix now, or enable auto-heal for next time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40880" y="171450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0" y="146304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6948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Resolved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69480" y="24231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updates, audit trail recorded automatically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Screens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296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KPI cards &amp; failure overview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Detail — error context &amp; recommendations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— batch review with auto-heal toggles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3840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— manage jobs, rules &amp; fix policies (no DB access)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5488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— immutable history of all actions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MAIA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Manual log scanning every morning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Hours to identify root cause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3225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Same fixes repeated daily by operators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7066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Fix history tracked in spreadsheets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0906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visibility into overnight failures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Dependent on individual operator knowledge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MAIA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Continuous automated monitoring 24/7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9385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Failures detected and classified in seconds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3225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Known issues auto-healed without intervention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7066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action recorded in immutable audit log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30906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dashboard with status at a glance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3474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Knowledge encoded in configurable rules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1520" y="4389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review time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8892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788920" y="4389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846320" y="4389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0372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 min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903720" y="4389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shift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time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Current &amp; Next Generation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v2.1 (Built &amp; Operational)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Rule-based classification engine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Three scan strategies (File, DB, API)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Automated fix execution (4 executor types)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Auto-heal with configurable policies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operator dashboard &amp; config UI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Immutable audit trail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Multi-instance worker (lease-coordinated)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Scan history &amp; retention management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3840480" cy="3200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Generation — Planned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Classification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novel errors that don't match existing rules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Fix Suggestions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 generates fix candidates for review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0" y="2880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detection beyond threshold rules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3520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Operator, Admin, and Auditor permissions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297680" y="2606040"/>
            <a:ext cx="54864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designed for LLM/ML extension — IClassificationStrategy, IFixCatalogue, and IScanStrategy are the natural injection points.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2B3A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MAIA is operational today — all core features built and deployed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Rule-based automation: predictable, auditable, offline-capable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Monitors any job type — DTSX, EXE, services, and more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Auto-heal eliminates repetitive manual work for known issues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audit trail satisfies compliance requirements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Architecture ready for LLM/ML upgrade when the time is right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7680960" cy="0"/>
          </a:xfrm>
          <a:prstGeom prst="line">
            <a:avLst/>
          </a:prstGeom>
          <a:noFill/>
          <a:ln w="1905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B9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MAIA — Monitoring Assistant &amp; Intelligent Automation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2.1 · May 2026  |  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MAIA — Executive Overview</dc:title>
  <dc:subject>PptxGenJS Presentation</dc:subject>
  <dc:creator>MAIA Engineering</dc:creator>
  <cp:lastModifiedBy>MAIA Engineering</cp:lastModifiedBy>
  <cp:revision>1</cp:revision>
  <dcterms:created xsi:type="dcterms:W3CDTF">2026-05-26T20:34:37Z</dcterms:created>
  <dcterms:modified xsi:type="dcterms:W3CDTF">2026-05-26T20:34:37Z</dcterms:modified>
</cp:coreProperties>
</file>